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8"/>
    <p:restoredTop sz="94705"/>
  </p:normalViewPr>
  <p:slideViewPr>
    <p:cSldViewPr snapToGrid="0">
      <p:cViewPr varScale="1">
        <p:scale>
          <a:sx n="138" d="100"/>
          <a:sy n="138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6EB0-9223-90C0-A806-84C138B56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16B49-3312-F6F5-07EA-A4078D00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C0AB2-21EF-062A-2340-A78D37BE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9A6F9-26DA-10FE-D47C-00805D24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47D7-A635-84C9-04ED-4280E33E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7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B0C5-A11D-1D81-4C0B-7D62DDB91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4CEC-F4D8-3874-23D2-138F6EF8E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6F79E-9FED-8759-CD3E-0DF56BFD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A6131-7924-831D-2D04-EBB65EEE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5CD90-C876-865A-1A00-6CF5CDD2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8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2DC3-3E26-DFFF-CB34-1576E539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768FF-7BB7-D5D9-8F64-346EBA32E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09DE-07E5-B990-F543-C51D70D1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FC78-45EB-AD80-E5E5-43B651DC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62AE0-C817-32DD-1C09-3F3D1963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1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D7BA-4555-FA1F-40DD-813463D3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B9A2C-AA7F-7A5E-92FD-88DD9E898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43AA8-875E-7B96-5777-3A93FAF2D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37E5A-5C44-D314-E6F9-76EAE8AB3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C7AD2-0F60-6551-ABEB-7898C68D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CB779-30E4-E343-A9E3-EF51C751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6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5851-A8D0-E63D-4897-6DAE804A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073E5-62E1-075A-3F39-7EF352259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EA2D7-DBD0-B7F7-BC7F-E11604B73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FC950-B890-8A25-BD86-B5C51FF67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2B8720-D434-48FD-DEB7-8ED0D47A5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0A7B2-2EAB-4148-F693-9D47AB16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B3C79-6694-6BC0-0CFF-11BBD8A3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66417-D96A-67FE-7C57-54FBD3A5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95D9-F1B5-BF7C-5F5D-9265668B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E329C-2F2D-36D4-4730-C3A15187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773D4-350C-A1FC-B7EF-2281194A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5CFA5-5DF1-6412-B5FF-D7B66A1A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7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DEAF5-D8A1-5A8D-806D-844D1C0B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614C8-52A5-4043-8173-A8F23FE0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7613F-1C54-269F-8D57-F7B12B6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6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9EB6-09E2-E9A4-6073-96229EA2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C44A-473F-908D-11B4-28A885FA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91BC-8B02-487F-64F1-920669F73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085A1-CE0A-D638-5AB3-369F9FF3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38E2F-8066-801C-4E40-479D8052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E3A1C-BD7C-25C8-6BDD-934AD564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2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349A-30B6-98B4-8042-D4D0FB9D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C068F-A40D-32D4-0F50-6CAD73E4D82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F8304-E139-0D4A-E740-2E70D4E7A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EF58E-F39D-9D28-D40A-CCCAF5EC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F29ED-EDE9-AD8E-89D3-A92018E78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7792E-91FA-4274-E340-79AEFED7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8FF7-4664-9851-59F4-CC07F226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F84BB-B978-CD62-848E-F6DFE7180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D871D-A7D0-1CF7-AEE3-50C06441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7E17F-6A00-E152-9B90-59CFB45C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2A86-5F47-FBC4-1119-CAB3EAC5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5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DF5D3-1D4C-F1DD-FA0F-ECFAC9EC1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7E7DF-4865-C15E-D09E-CF7EC9551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D47E-8A7C-FE86-C6AC-BBDE1F04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92746-04EE-73A2-07D9-EE851DAB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07596-65DD-AF86-D264-71F546CB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2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511F3-2B9F-C6FD-6355-CC0D4E119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7D0E4-3F2F-402C-3CE8-3E6E8E30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C9C26-6336-9726-4032-CDA1C2A5F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6182D-7E55-6542-A788-0244A8E92FAC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F1C35-65C6-6C36-A3F1-5CFCB61F2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8DFA0-B1DE-8A9D-BEF5-557918F9C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85089-E4FE-E94E-A834-C5454B23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0508-0691-30EE-BADF-AB52078E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03C308-2827-1DE3-4144-9FDB3DA5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398" y="0"/>
            <a:ext cx="516520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491B68-EB1D-9AB3-7176-3AFC71475BDD}"/>
              </a:ext>
            </a:extLst>
          </p:cNvPr>
          <p:cNvSpPr/>
          <p:nvPr/>
        </p:nvSpPr>
        <p:spPr>
          <a:xfrm>
            <a:off x="3777673" y="295564"/>
            <a:ext cx="2170545" cy="70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&lt;&lt;Quantum Server&gt;&gt;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Guinevere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52311-6EEA-9F7A-F9C5-54B82208E0CD}"/>
              </a:ext>
            </a:extLst>
          </p:cNvPr>
          <p:cNvSpPr/>
          <p:nvPr/>
        </p:nvSpPr>
        <p:spPr>
          <a:xfrm>
            <a:off x="6206837" y="295564"/>
            <a:ext cx="2198254" cy="70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&lt;&lt;Quantum Client&gt;&gt;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Nimue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C17020-623D-0176-2BE5-48F8FB68FB15}"/>
              </a:ext>
            </a:extLst>
          </p:cNvPr>
          <p:cNvSpPr/>
          <p:nvPr/>
        </p:nvSpPr>
        <p:spPr>
          <a:xfrm>
            <a:off x="5246255" y="1330036"/>
            <a:ext cx="1884217" cy="360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Admittance Request</a:t>
            </a:r>
            <a:endParaRPr lang="en-US" sz="1600" u="sng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CD3F1B-B399-3F62-C5C9-3A70CA41D0A1}"/>
                  </a:ext>
                </a:extLst>
              </p:cNvPr>
              <p:cNvSpPr/>
              <p:nvPr/>
            </p:nvSpPr>
            <p:spPr>
              <a:xfrm>
                <a:off x="5052292" y="2438863"/>
                <a:ext cx="2068944" cy="2951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𝑛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CD3F1B-B399-3F62-C5C9-3A70CA41D0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292" y="2438863"/>
                <a:ext cx="2068944" cy="295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2B7704-C1C2-566A-49D7-8DA9F4219B6E}"/>
                  </a:ext>
                </a:extLst>
              </p:cNvPr>
              <p:cNvSpPr/>
              <p:nvPr/>
            </p:nvSpPr>
            <p:spPr>
              <a:xfrm>
                <a:off x="5255491" y="3066473"/>
                <a:ext cx="1874981" cy="7019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askerville" panose="02020502070401020303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askerville" panose="02020502070401020303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askerville" panose="02020502070401020303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𝑥</m:t>
                          </m:r>
                          <m:r>
                            <m:rPr>
                              <m:brk m:alnAt="25"/>
                            </m:r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0</m:t>
                          </m:r>
                        </m:sub>
                        <m:sup>
                          <m:sSup>
                            <m:sSup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F2B7704-C1C2-566A-49D7-8DA9F4219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91" y="3066473"/>
                <a:ext cx="1874981" cy="701963"/>
              </a:xfrm>
              <a:prstGeom prst="rect">
                <a:avLst/>
              </a:prstGeom>
              <a:blipFill>
                <a:blip r:embed="rId4"/>
                <a:stretch>
                  <a:fillRect l="-6711" t="-107143" b="-1839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3AA47D-A83A-4CB4-541B-7E0B71F7EA56}"/>
                  </a:ext>
                </a:extLst>
              </p:cNvPr>
              <p:cNvSpPr/>
              <p:nvPr/>
            </p:nvSpPr>
            <p:spPr>
              <a:xfrm>
                <a:off x="5043055" y="4184073"/>
                <a:ext cx="2078181" cy="6280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askerville" panose="02020502070401020303" pitchFamily="18" charset="0"/>
                            </a:rPr>
                            <m:t>+|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𝑧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askerville" panose="02020502070401020303" pitchFamily="18" charset="0"/>
                                </a:rPr>
                                <m:t> ⨁ 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3AA47D-A83A-4CB4-541B-7E0B71F7E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055" y="4184073"/>
                <a:ext cx="2078181" cy="628072"/>
              </a:xfrm>
              <a:prstGeom prst="rect">
                <a:avLst/>
              </a:prstGeom>
              <a:blipFill>
                <a:blip r:embed="rId5"/>
                <a:stretch>
                  <a:fillRect t="-36000" b="-7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A6CCD97-7640-EE36-8B1D-9BEE860B3A0D}"/>
                  </a:ext>
                </a:extLst>
              </p:cNvPr>
              <p:cNvSpPr/>
              <p:nvPr/>
            </p:nvSpPr>
            <p:spPr>
              <a:xfrm>
                <a:off x="5061528" y="5172364"/>
                <a:ext cx="2059708" cy="341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𝑠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A6CCD97-7640-EE36-8B1D-9BEE860B3A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528" y="5172364"/>
                <a:ext cx="2059708" cy="3417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A8BEF85E-BBD0-66A7-B841-7B2BCD8B8947}"/>
              </a:ext>
            </a:extLst>
          </p:cNvPr>
          <p:cNvSpPr/>
          <p:nvPr/>
        </p:nvSpPr>
        <p:spPr>
          <a:xfrm>
            <a:off x="5052291" y="6105236"/>
            <a:ext cx="2059709" cy="443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Admit</a:t>
            </a:r>
            <a:endParaRPr lang="en-US" sz="1600" u="sng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4143A4A-67AB-AEB4-0EBC-EFF46B797283}"/>
                  </a:ext>
                </a:extLst>
              </p:cNvPr>
              <p:cNvSpPr/>
              <p:nvPr/>
            </p:nvSpPr>
            <p:spPr>
              <a:xfrm>
                <a:off x="3817873" y="3109332"/>
                <a:ext cx="791071" cy="2778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𝑛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+20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4143A4A-67AB-AEB4-0EBC-EFF46B797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73" y="3109332"/>
                <a:ext cx="791071" cy="2778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798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E05BE-3C05-55D3-5DF9-8406579D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C5C562-C062-0338-9698-9D07D7DA9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974" y="879940"/>
            <a:ext cx="5614053" cy="50981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262ACA-465B-4B7C-5E89-C19A385F6F63}"/>
              </a:ext>
            </a:extLst>
          </p:cNvPr>
          <p:cNvSpPr/>
          <p:nvPr/>
        </p:nvSpPr>
        <p:spPr>
          <a:xfrm>
            <a:off x="5024582" y="2318327"/>
            <a:ext cx="1893453" cy="42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Admittance Request</a:t>
            </a:r>
            <a:endParaRPr lang="en-US" sz="1600" u="sng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8EB062-C53C-FD1B-A139-32516147C47B}"/>
                  </a:ext>
                </a:extLst>
              </p:cNvPr>
              <p:cNvSpPr/>
              <p:nvPr/>
            </p:nvSpPr>
            <p:spPr>
              <a:xfrm>
                <a:off x="4812145" y="3328417"/>
                <a:ext cx="2105891" cy="2922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𝑓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8EB062-C53C-FD1B-A139-32516147C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145" y="3328417"/>
                <a:ext cx="2105891" cy="292238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FAB8E34-F776-DFA4-8E24-3C5ECF83C148}"/>
                  </a:ext>
                </a:extLst>
              </p:cNvPr>
              <p:cNvSpPr/>
              <p:nvPr/>
            </p:nvSpPr>
            <p:spPr>
              <a:xfrm>
                <a:off x="4821382" y="4386869"/>
                <a:ext cx="2096654" cy="2774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𝑠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FAB8E34-F776-DFA4-8E24-3C5ECF83C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382" y="4386869"/>
                <a:ext cx="2096654" cy="2774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E2209D9-EDBB-1EA4-2E25-85624AB51FD2}"/>
              </a:ext>
            </a:extLst>
          </p:cNvPr>
          <p:cNvSpPr/>
          <p:nvPr/>
        </p:nvSpPr>
        <p:spPr>
          <a:xfrm>
            <a:off x="4830618" y="5200073"/>
            <a:ext cx="2096655" cy="341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Admit</a:t>
            </a:r>
            <a:endParaRPr lang="en-US" sz="1600" u="sng" dirty="0">
              <a:solidFill>
                <a:schemeClr val="tx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1EEF9DB-92DB-05E8-F433-F49243D3938B}"/>
                  </a:ext>
                </a:extLst>
              </p:cNvPr>
              <p:cNvSpPr/>
              <p:nvPr/>
            </p:nvSpPr>
            <p:spPr>
              <a:xfrm>
                <a:off x="3542999" y="3283528"/>
                <a:ext cx="601726" cy="2778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𝑚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1EEF9DB-92DB-05E8-F433-F49243D39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999" y="3283528"/>
                <a:ext cx="601726" cy="277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E904EB1-48B0-B3C5-68EE-773B4F7F00C9}"/>
                  </a:ext>
                </a:extLst>
              </p:cNvPr>
              <p:cNvSpPr/>
              <p:nvPr/>
            </p:nvSpPr>
            <p:spPr>
              <a:xfrm>
                <a:off x="7758545" y="3611417"/>
                <a:ext cx="822037" cy="5357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𝑛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askerville" panose="02020502070401020303" pitchFamily="18" charset="0"/>
                        </a:rPr>
                        <m:t>+20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E904EB1-48B0-B3C5-68EE-773B4F7F0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45" y="3611417"/>
                <a:ext cx="822037" cy="5357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2C9DC61-E082-6E38-7032-84EABE0D57FA}"/>
              </a:ext>
            </a:extLst>
          </p:cNvPr>
          <p:cNvSpPr/>
          <p:nvPr/>
        </p:nvSpPr>
        <p:spPr>
          <a:xfrm>
            <a:off x="3574473" y="1163782"/>
            <a:ext cx="2170545" cy="70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&lt;&lt;Quantum Server&gt;&gt;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Guinevere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BF96D7-0A83-51E5-E19E-893ACE27E4AC}"/>
              </a:ext>
            </a:extLst>
          </p:cNvPr>
          <p:cNvSpPr/>
          <p:nvPr/>
        </p:nvSpPr>
        <p:spPr>
          <a:xfrm>
            <a:off x="6003637" y="1163782"/>
            <a:ext cx="2198254" cy="70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&lt;&lt;Quantum Client&gt;&gt;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Nimue</a:t>
            </a:r>
          </a:p>
        </p:txBody>
      </p:sp>
    </p:spTree>
    <p:extLst>
      <p:ext uri="{BB962C8B-B14F-4D97-AF65-F5344CB8AC3E}">
        <p14:creationId xmlns:p14="http://schemas.microsoft.com/office/powerpoint/2010/main" val="86138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FC5A-3F0F-076D-AF41-7761225A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2B396A-C7BF-DA50-1120-F5BDCDC9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25907"/>
            <a:ext cx="7772400" cy="46061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C0B84C-1901-8164-6B4F-0E6B5D04AC09}"/>
              </a:ext>
            </a:extLst>
          </p:cNvPr>
          <p:cNvSpPr/>
          <p:nvPr/>
        </p:nvSpPr>
        <p:spPr>
          <a:xfrm>
            <a:off x="2521527" y="2992582"/>
            <a:ext cx="2798618" cy="1163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&lt;&lt;Quantum Server&gt;&gt;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Guinevere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5AA66B-464D-30F9-49EB-B853AC282509}"/>
              </a:ext>
            </a:extLst>
          </p:cNvPr>
          <p:cNvSpPr/>
          <p:nvPr/>
        </p:nvSpPr>
        <p:spPr>
          <a:xfrm>
            <a:off x="6816436" y="1681018"/>
            <a:ext cx="2632364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&lt;&lt;Quantum Client&gt;&gt;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Nimue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CF5E34-B160-6C4E-D722-A14721E867DE}"/>
              </a:ext>
            </a:extLst>
          </p:cNvPr>
          <p:cNvSpPr/>
          <p:nvPr/>
        </p:nvSpPr>
        <p:spPr>
          <a:xfrm>
            <a:off x="6816436" y="3170380"/>
            <a:ext cx="2632364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&lt;&lt;Classical Client&gt;&gt;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Merlin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E4CF8A-FF57-437C-EFBC-5AE27AFDBFD8}"/>
              </a:ext>
            </a:extLst>
          </p:cNvPr>
          <p:cNvSpPr/>
          <p:nvPr/>
        </p:nvSpPr>
        <p:spPr>
          <a:xfrm>
            <a:off x="6816436" y="4648200"/>
            <a:ext cx="2632364" cy="8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&lt;&lt;Noisy Quantum Client&gt;&gt;</a:t>
            </a:r>
            <a:br>
              <a:rPr lang="en-US" sz="16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US" sz="1600" u="sng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Morgan le Fay</a:t>
            </a:r>
          </a:p>
        </p:txBody>
      </p:sp>
    </p:spTree>
    <p:extLst>
      <p:ext uri="{BB962C8B-B14F-4D97-AF65-F5344CB8AC3E}">
        <p14:creationId xmlns:p14="http://schemas.microsoft.com/office/powerpoint/2010/main" val="267507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72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Baskerville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 Robertson</dc:creator>
  <cp:lastModifiedBy>Reece Robertson</cp:lastModifiedBy>
  <cp:revision>3</cp:revision>
  <dcterms:created xsi:type="dcterms:W3CDTF">2026-10-06T14:34:04Z</dcterms:created>
  <dcterms:modified xsi:type="dcterms:W3CDTF">2026-10-08T14:10:07Z</dcterms:modified>
</cp:coreProperties>
</file>